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 Open with confidence — Supplify is the operating layer between restaurants and suppliers.
SAY:
Thank you for your time. Supplify connects restaurants and food suppliers from the first order through delivery, receiving, and payment — one platform, one shared record.
→ Frame the problem they feel every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SAY:
Ask: How do you place orders today? How do you resolve shortages?
VALUE:
Pain they recognize = openness to a unified platform.
→ Who Supplify connects.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 One platform
SAY:
Restaurants · Suppliers · Drivers · Finance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SAY:
Paint the contrast vividly — ask which column feels like their Tuesday.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SAY:
Position as replacing the buyer’s patchwork of calls and spreadsheets.
→ Supplier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VALUE:
Suppliers reduce missed orders and billing disputes.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SAY:
Walk through one order. Emphasize both sides see the same status at every step.
Q: What if something is short?A: Amendments before delivery; disputes after receiving — always on the order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SAY:
Tell this as a story — one morning, no heroics, just the platform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Q: How do you handle shortages today?A: On Supplify it’s structured: amend, substitute, or dispute — always attached to the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SAY:
Supplify is broader than procurement — F&amp;B operations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Q: Is our data separated from other customers?A: Yes — tenant isolation is fundamental to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SAY:
Most teams are productive in two to three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 Close with a specific next meeting date, not “we’ll be in touch.”
SAY:
What would be most valuable — seeing ordering from the restaurant side, fulfillment from the supplier side, or both?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E8DCC8">
              <a:alpha val="60000"/>
            </a:srgbClr>
          </a:solidFill>
          <a:ln w="12700">
            <a:solidFill>
              <a:srgbClr val="E8DC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solidFill>
            <a:srgbClr val="8B6914">
              <a:alpha val="12000"/>
            </a:srgbClr>
          </a:solidFill>
          <a:ln w="12700">
            <a:solidFill>
              <a:srgbClr val="8B691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434840"/>
            <a:ext cx="2011680" cy="4572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Supplify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 from order to invoice.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connected operating system for restaurants and food suppliers.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1783080" cy="347472"/>
          </a:xfrm>
          <a:prstGeom prst="roundRect">
            <a:avLst>
              <a:gd name="adj" fmla="val 39474"/>
            </a:avLst>
          </a:prstGeom>
          <a:solidFill>
            <a:srgbClr val="FFFFFF"/>
          </a:solidFill>
          <a:ln w="12700">
            <a:solidFill>
              <a:srgbClr val="C4A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566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3520440"/>
            <a:ext cx="1783080" cy="347472"/>
          </a:xfrm>
          <a:prstGeom prst="roundRect">
            <a:avLst>
              <a:gd name="adj" fmla="val 39474"/>
            </a:avLst>
          </a:prstGeom>
          <a:solidFill>
            <a:srgbClr val="FFFFFF"/>
          </a:solidFill>
          <a:ln w="12700">
            <a:solidFill>
              <a:srgbClr val="C4A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566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3520440"/>
            <a:ext cx="1783080" cy="347472"/>
          </a:xfrm>
          <a:prstGeom prst="roundRect">
            <a:avLst>
              <a:gd name="adj" fmla="val 39474"/>
            </a:avLst>
          </a:prstGeom>
          <a:solidFill>
            <a:srgbClr val="FFFFFF"/>
          </a:solidFill>
          <a:ln w="12700">
            <a:solidFill>
              <a:srgbClr val="C4A5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3566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3520440"/>
            <a:ext cx="1783080" cy="347472"/>
          </a:xfrm>
          <a:prstGeom prst="roundRect">
            <a:avLst>
              <a:gd name="adj" fmla="val 39474"/>
            </a:avLst>
          </a:prstGeom>
          <a:solidFill>
            <a:srgbClr val="FFFFFF"/>
          </a:solidFill>
          <a:ln w="12700">
            <a:solidFill>
              <a:srgbClr val="C4A5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566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8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73152" cy="20116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6002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"From catalog to cash — one reliable flow for restaurants and their suppliers."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Supplify promise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you know too well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scattered across phone, text, and email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shared view of delivery status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 rushed — disputes discovered too late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Invoices that don’t match what arrived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different process for every supplier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8B6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880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C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Restaurants · Suppliers · Drivers · Finance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Supplify → After Supplify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0E8DC"/>
          </a:solidFill>
          <a:ln w="12700">
            <a:solidFill>
              <a:srgbClr val="C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5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&amp; text orders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guesswork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arguments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Siloed tools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25400">
            <a:solidFill>
              <a:srgbClr val="8B6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344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78308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order record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status &amp; GPS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 → invoice match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both sides of the relationship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977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4A57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397764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from every supplier, track delivery, receive fairly, pay with clarity.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77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4A5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43000"/>
            <a:ext cx="397764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inbox for orders, fulfillment tools, growth, and receivables.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3977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4A5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017520"/>
            <a:ext cx="397764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Warehouses, dispatch, drivers, proof of delivery — built for F&amp;B.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977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4A57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017520"/>
            <a:ext cx="397764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Roles, permissions, audit trail — everyone sees what they need.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Restaurants — purchase to payment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3977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Multi-supplier catalog &amp; cart in one session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lists &amp; scheduled reorders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status &amp; optional GPS tracking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 with quality notes at the door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Inventory, expiry, invoices — connected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09160" y="960120"/>
            <a:ext cx="397764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9050">
            <a:solidFill>
              <a:srgbClr val="C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14300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Browse → Cart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Track → Receive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Inventory → Pay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workspace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audit trail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Suppliers — never miss an order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3977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order inbox — accept, decline, amend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Catalog, deals &amp; public mini-store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board, routes &amp; drivers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of delivery &amp; GPS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Invoices from fulfilled orders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09160" y="960120"/>
            <a:ext cx="397764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9050">
            <a:solidFill>
              <a:srgbClr val="C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14300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Catalog → Inbox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Pick → Dispatch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Deliver → Invoice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 customers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paid faster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order journey — one shared thread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685800" cy="68580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572768"/>
            <a:ext cx="502920" cy="0"/>
          </a:xfrm>
          <a:prstGeom prst="line">
            <a:avLst/>
          </a:prstGeom>
          <a:noFill/>
          <a:ln w="25400">
            <a:solidFill>
              <a:srgbClr val="C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57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checks out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234440"/>
            <a:ext cx="685800" cy="68580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3258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88920" y="1572768"/>
            <a:ext cx="502920" cy="0"/>
          </a:xfrm>
          <a:prstGeom prst="line">
            <a:avLst/>
          </a:prstGeom>
          <a:noFill/>
          <a:ln w="25400">
            <a:solidFill>
              <a:srgbClr val="C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057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3774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accepts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1234440"/>
            <a:ext cx="685800" cy="68580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3258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6240" y="1572768"/>
            <a:ext cx="502920" cy="0"/>
          </a:xfrm>
          <a:prstGeom prst="line">
            <a:avLst/>
          </a:prstGeom>
          <a:noFill/>
          <a:ln w="25400">
            <a:solidFill>
              <a:srgbClr val="C4A5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057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23774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&amp; dispatch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83480" y="1234440"/>
            <a:ext cx="685800" cy="68580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3258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23560" y="1572768"/>
            <a:ext cx="502920" cy="0"/>
          </a:xfrm>
          <a:prstGeom prst="line">
            <a:avLst/>
          </a:prstGeom>
          <a:noFill/>
          <a:ln w="25400">
            <a:solidFill>
              <a:srgbClr val="C4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057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3774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completes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1234440"/>
            <a:ext cx="685800" cy="68580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3258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40880" y="1572768"/>
            <a:ext cx="502920" cy="0"/>
          </a:xfrm>
          <a:prstGeom prst="line">
            <a:avLst/>
          </a:prstGeom>
          <a:noFill/>
          <a:ln w="25400">
            <a:solidFill>
              <a:srgbClr val="C4A5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057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23774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confirms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18120" y="1234440"/>
            <a:ext cx="685800" cy="68580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13258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98080" y="2057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23774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 with clarity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32004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Amendments, substitutions, and disputes stay on the same order — no lost context.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Tuesday with Supplify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005840" cy="5943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612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10698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441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Purchaser submits quick-list order to 3 suppliers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01368"/>
            <a:ext cx="1005840" cy="5943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110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7:15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8196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209397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Inbox notification — accept &amp; schedule pick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551176"/>
            <a:ext cx="1005840" cy="5943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6090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10:30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5694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284378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out for delivery · GPS active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00984"/>
            <a:ext cx="1005840" cy="5943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1071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3192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3593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 confirms qty · inventory updates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050792"/>
            <a:ext cx="1005840" cy="5943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605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11:05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4069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91640" y="4343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issued · finance reconciles automatically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things go wrong — stay on the record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amendments before delivery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Substitutions both sides can accept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 disputes with evidence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notes applied to invoices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history — no email archaeology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ordering — run the operation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Promotions &amp; deals both sides can 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Reservations &amp; guest booking (restaurants)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scheduling &amp; self-service portal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insights as you scale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consumer ordering &amp; loyalty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Plans that scale with you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E8DC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Trial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with real partners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87752" y="123444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C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7752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24912" y="201168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location, daily use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72584" y="123444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A684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9744" y="201168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Drivers, branches, smart reorder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57416" y="123444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8B6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7416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Platinum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94576" y="201168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Multi-site &amp; advanced analytics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Restaurants and suppliers each choose their tier · Your rep shares current pricing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trust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sign-in for every user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workspace per organization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— owner to driver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audit trail on orders &amp; finance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cloud hosting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live in weeks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 — Account, profile, team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 — Connect partners, test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3 — Production orders &amp; invoicing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checklists &amp; training included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success contact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teams choose Supplify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 — fewer tools, less double-entry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truth — same order status both sides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F&amp;B — not generic ERP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Scales from one location to many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 dispute resolution with context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3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· Customer overview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8B6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run your scenario live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DC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a demo · Start a Free Trial · Plan your go-live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306324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A68428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154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3520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C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workflows &amp; partners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66160" y="306324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A68428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154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6160" y="3520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C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Restaurant, supplier, or both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306324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A68428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154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35040" y="3520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Go-live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C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Trial, training, success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Supplify — Customer Presentation</dc:title>
  <dc:subject>Restaurant &amp; F&amp;B supplier platform</dc:subject>
  <dc:creator>Supplify</dc:creator>
  <cp:lastModifiedBy>Supplify</cp:lastModifiedBy>
  <cp:revision>1</cp:revision>
  <dcterms:created xsi:type="dcterms:W3CDTF">2026-06-17T19:54:40Z</dcterms:created>
  <dcterms:modified xsi:type="dcterms:W3CDTF">2026-06-17T19:54:40Z</dcterms:modified>
</cp:coreProperties>
</file>