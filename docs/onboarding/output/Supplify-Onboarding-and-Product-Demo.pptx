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MESSAGE: Welcome — Supplify connects restaurants and suppliers end-to-end.
SAY: Today I will show how Supplify replaces fragmented ordering, delivery tracking, and invoicing with one platform.
TRANSITION: Start with the problem we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 Supplify is not a catalog-only tool — it runs the full procure-to-pay loop.
BUSINESS VALUE: One login for purchasing, receiving, and reconciliation.
LIKELY QUESTION: Is this like a marketplace only?ANSWER: Marketplace plus warehouse dispatch, driver GPS, and invoicing.
TRANSITION: Who uses the platform?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BUSINESS VALUE: Reduces leakage, disputes, and admin hours.
TRANSITION: Meet the user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Value for suppliers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 Suppliers run operations and sales from one cockpit.
TRANSITION: Restaurant value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Drivers and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Platform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Architecture overview — internal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DETAILS: No secrets on slides — see handbook Part VII.
TRANSITION: Supplier onboarding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 Navigation: Settings → Products → Fulfillment → Invoices.
TRANSITION: Restaurant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Catalog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Ordering lifecycle — core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 Walk order detail timeline on /app/orders/:id.
TRANSITION: Shortages and substitutions.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Dispatch and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GPS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Receiving.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Expiry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Reorder assistance.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Promotions.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Reservations.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Staff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Roles and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Subscription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Plan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Deployment — internal.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Live demo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SAY: Use restaurant@supplify.com and supplier@supplify.com for active billing.
DETAILS: Backup if driver not seeded: narrate fulfillment board only.
TRANSITION: Daily supplier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Daily restaurant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Onboarding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DETAILS: Full printable lists in handbook Part XIX.
TRANSITION: Common support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Current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Roadmap from real gaps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TRANSITION: Close with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MESSAGE: Leave them with handbook PDF and clear onboarding owner.
SAY: Thank you — I am happy to deep-dive any workflow or run a tenant-specific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Supplify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&amp; Product Demo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Restaurant–supplier marketplace &amp; operations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v1.0 · 2026-06-17 · commit ab5695e19507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Supplify 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marketplace: restaurants order from suppliers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Operations: fulfillment, GPS, receiving, finance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FOH: reservations &amp; staff portal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Monetized via Free Trial → Platinum tiers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554 API routes · 80 web routes · 175 migrations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We Solve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Phone/text orders with no audit trail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delivery coordination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 discrepancies discovered late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mismatch vs what was delivered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visibility across multiple suppliers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663440" y="1005840"/>
            <a:ext cx="411480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11430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 ──order──► Suppliers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   ├── Drivers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   └── Warehouses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Staff portal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Reservations (guests)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Admin (platform)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&amp; supplier workspaces (RBAC)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Drivers in supplier tenant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self-service at /staff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Guests: /reserve, /supplier/:slug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admin command center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Value Proposition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Catalog, warehouses, multi-branch fulfillment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board &amp; driver assignment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Receivables &amp; promotions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growth: import, refer, sponsor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 KPIs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Value Proposition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Multi-supplier catalog &amp; cart checkout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delivery tracking (when enabled)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 → auto-invoice path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Inventory, expiry, smart reorder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Reservations &amp; staff labour tools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&amp; Operations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portal: /app/driver-deliveries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stops, status, proof of delivery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pings with stale detection (5 min)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board for warehouse managers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rollover for undelivered stops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Administration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directory &amp; health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Plans, trials, limit overrides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approval &amp; growth program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Impersonation for support (audited)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flags per tenant or global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Architecture Overview  [Internal only]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663440" y="1005840"/>
            <a:ext cx="411480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11430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(Vite/React)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Express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 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 Redis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 Keycloak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 MinIO/S3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SPA + cookie OIDC via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RTK Query + Redux state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background cron jobs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notifications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 deployment (dev/preprod/prod)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Onboarding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Register → Keycloak → /register/complete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Activate plan (/app/activate)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Profile &amp; warehouses (/app/supplier-settings)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Catalog import (CSV / ZIP images)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Connect restaurants · fulfill orders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Onboarding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Register &amp; activate subscription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Wizard: /app/onboarding (7 tabs)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Follow suppliers · browse /app/products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Cart → place order → track delivery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Receive → inventory → invoices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Catalog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Supplier: CRUD products, categories, pricing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CSV import + async image ZIP job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Restaurant-specific contract pricing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mini-store: /supplier/:slug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limits: SKUs, storage MB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Ordering Lifecycle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663440" y="1005840"/>
            <a:ext cx="411480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11430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 → ACK → PROCESSING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SHIPPED → DELIVERED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RECEIVED → INVOICED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Multi-supplier cart splits orders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accept / decline / amend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Urgent orders &amp; reminders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lists &amp; scheduled reorders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notifications both sides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Shortage &amp; Substitution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amendments (Silver+): propose line changes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Counter-party accept / reject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Disputes after delivery for quality/qty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notes applied to invoices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Replacement orders on resolve ($0 lines)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&amp; Delivery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/app/fulfillment — dispatch board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driver · build routes · pick lists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updates: picked up → delivered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of delivery photo/GPS/signature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delivery requires reason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Tracking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POST /api/orders/:id/location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panel on order detail (sanitized)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badge after ~5 minutes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Env: GPS_TRACKING_ENABLED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Privacy: no driver phone in restaurant view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/app/receiving — pending deliveries queue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Line-level qty &amp; quality capture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inventory lots + invoice creation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RECEIVED_PARTIAL vs RECEIVED_FULL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dispute from receiving path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on-hand &amp; par levels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warehouse stock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 ledger &amp; waste entry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Branch-scoped lots (where enabled)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limits on SKU counts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Expiry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Lot/batch expiry on restaurant inventory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Expiring-soon alerts (configurable days)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capture at receiving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notification deduplication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reorder assistance panel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 Assistance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feed: low stock, cadence, expiry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Cadence from order history (≥4 orders)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Forecasts on Gold+ (cached)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explain/ask on Platinum (optional)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lists → one-click reorder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 &amp; Payments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Auto-invoice on receiving (supplier)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inbox &amp; partial payments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notes from disputes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record payment (cash/check/transfer)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invoice generation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Promotions &amp; Deals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creates deal → admin may approve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Types: % off, fixed, BOGO, free delivery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discovers deals · redeems in cart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boosts for catalog visibility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Limits: active deals &amp; redemptions/day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FOH board: /app/reservations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guest booking: /reserve/:slug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Waitlist with auto-promotion (Gold+)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Manage/cancel via secure token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assignment on seated flow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Labour center: /app/staff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Schedule, PTO, announcements, documents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portal: /staff/dashboard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Clock in/out &amp; shift swaps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STAFF_PORTAL auth from team RBAC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center + Socket.IO realtime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transactional pipeline + retry cron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Push (PWA) when plan allows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Per-category user preferences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Order, reservation, staff event triggers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Permissions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 permission keys (ORDERS_VIEW, etc.)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restaurant + 9 supplier system roles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= full; Viewer = read-only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roles on Gold+ (advanced_roles)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requirePermission on every mutation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Plans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Trial (time-limited evaluation)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 · Gold · Platinum (paid)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tier names for restaurant &amp; supplier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JSON + numeric limits JSON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expiry → read-only until upgrade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Comparison (Summary)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Free: 3 orders/day, 1 user, basic quick lists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Silver: $49/mo — reports, calendar, warehouses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Gold: $149/mo — drivers, smart reorder, branches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Platinum: $349/mo — AI reorder, advanced finance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handbook Part X for full matrix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OIDC · HTTP-only cookies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isolation on every API query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+ subscription double gate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 on mutating routes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Impersonation audited; billing blocked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Architecture  [Internal only]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663440" y="1005840"/>
            <a:ext cx="411480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C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11430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 · API · Keycloak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 · Redis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S3/R2 storage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Environments: dev, preprod, prod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for local full stack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Migrations on API startup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required for multi-replica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handbook Part VII &amp; GENERATION.md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Scenario (Scripted)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Prep: pnpm seed:full · Gold demo logins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orders from 2 suppliers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accepts urgent order · dispatches driver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tracks · receives with note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appears · inventory updates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Supplier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Morning: command center KPIs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inbox — accept/decline orders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Pick/pack · assign drivers · dispatch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payments on issued invoices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promotions &amp; growth prospects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Restaurant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reorder assistance &amp; quick lists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orders before cutoff times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in-transit deliveries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&amp; report discrepancies same day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 invoices in finance tab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Checklist (High Level)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□ Tenant registered &amp; plan activated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□ Team invited with correct roles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□ Catalog / suppliers connected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□ Test order placed &amp; received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□ Notifications &amp; billing verified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Support Issues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402 Payment Required — trial expired / locked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 — missing permission or suspended plan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tenant — check branch switcher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not visible — follow/connection + plan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stale — driver permissions or env flags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Limitations (Honest)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delivery zones UI not wired to API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statement opening balance = 0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rollover cron off by default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boost billing often waived in dev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app: separate repo (parity checklist)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Roadmap (Code Gaps)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supplier delivery zones backend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opening balance accounting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period filter on spend trend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E2E vs 554 API routes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Driver/dispatch seed data for demos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handbook: docs/onboarding/Supplify-Complete-Handbook.pdf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guides: 03–06 onboarding docs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extension via admin console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go-live checklist review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your Supplify onboarding lead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Supplify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Supplify Onboarding and Product Demo</dc:title>
  <dc:subject>Onboarding and Product Demo</dc:subject>
  <dc:creator>Supplify</dc:creator>
  <cp:lastModifiedBy>Supplify</cp:lastModifiedBy>
  <cp:revision>1</cp:revision>
  <dcterms:created xsi:type="dcterms:W3CDTF">2026-06-17T19:53:57Z</dcterms:created>
  <dcterms:modified xsi:type="dcterms:W3CDTF">2026-06-17T19:53:57Z</dcterms:modified>
</cp:coreProperties>
</file>